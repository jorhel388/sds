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7A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104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81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08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62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99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00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7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735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17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02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59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27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E51F5-CAE0-439D-B4FD-6CC10F525FD8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7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257175"/>
            <a:ext cx="5743575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32"/>
          <p:cNvSpPr>
            <a:spLocks noChangeArrowheads="1"/>
          </p:cNvSpPr>
          <p:nvPr/>
        </p:nvSpPr>
        <p:spPr bwMode="auto">
          <a:xfrm>
            <a:off x="6240950" y="254735"/>
            <a:ext cx="759925" cy="265558"/>
          </a:xfrm>
          <a:prstGeom prst="flowChartAlternateProcess">
            <a:avLst/>
          </a:prstGeom>
          <a:gradFill flip="none" rotWithShape="1">
            <a:gsLst>
              <a:gs pos="0">
                <a:srgbClr val="3D87AF">
                  <a:shade val="30000"/>
                  <a:satMod val="115000"/>
                </a:srgbClr>
              </a:gs>
              <a:gs pos="50000">
                <a:srgbClr val="3D87AF">
                  <a:shade val="67500"/>
                  <a:satMod val="115000"/>
                </a:srgbClr>
              </a:gs>
              <a:gs pos="100000">
                <a:srgbClr val="3D87A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3D87AF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100" dirty="0" smtClean="0">
                <a:solidFill>
                  <a:srgbClr val="FFFFFF"/>
                </a:solidFill>
                <a:latin typeface="Roboto" pitchFamily="2" charset="0"/>
                <a:ea typeface="Roboto" pitchFamily="2" charset="0"/>
              </a:rPr>
              <a:t>Toolbar</a:t>
            </a:r>
            <a:endParaRPr lang="en-US" altLang="en-US" sz="1100" dirty="0">
              <a:solidFill>
                <a:srgbClr val="FFFFFF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AutoShape 32"/>
          <p:cNvSpPr>
            <a:spLocks noChangeArrowheads="1"/>
          </p:cNvSpPr>
          <p:nvPr/>
        </p:nvSpPr>
        <p:spPr bwMode="auto">
          <a:xfrm>
            <a:off x="6240950" y="2427577"/>
            <a:ext cx="1083775" cy="265558"/>
          </a:xfrm>
          <a:prstGeom prst="flowChartAlternateProcess">
            <a:avLst/>
          </a:prstGeom>
          <a:gradFill flip="none" rotWithShape="1">
            <a:gsLst>
              <a:gs pos="0">
                <a:srgbClr val="3D87AF">
                  <a:shade val="30000"/>
                  <a:satMod val="115000"/>
                </a:srgbClr>
              </a:gs>
              <a:gs pos="50000">
                <a:srgbClr val="3D87AF">
                  <a:shade val="67500"/>
                  <a:satMod val="115000"/>
                </a:srgbClr>
              </a:gs>
              <a:gs pos="100000">
                <a:srgbClr val="3D87A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3D87AF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100" dirty="0" smtClean="0">
                <a:solidFill>
                  <a:srgbClr val="FFFFFF"/>
                </a:solidFill>
                <a:latin typeface="Roboto" pitchFamily="2" charset="0"/>
                <a:ea typeface="Roboto" pitchFamily="2" charset="0"/>
              </a:rPr>
              <a:t>Script editor</a:t>
            </a:r>
            <a:endParaRPr lang="en-US" altLang="en-US" sz="1100" dirty="0">
              <a:solidFill>
                <a:srgbClr val="FFFFFF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AutoShape 32"/>
          <p:cNvSpPr>
            <a:spLocks noChangeArrowheads="1"/>
          </p:cNvSpPr>
          <p:nvPr/>
        </p:nvSpPr>
        <p:spPr bwMode="auto">
          <a:xfrm>
            <a:off x="6274287" y="3312260"/>
            <a:ext cx="1169501" cy="265558"/>
          </a:xfrm>
          <a:prstGeom prst="flowChartAlternateProcess">
            <a:avLst/>
          </a:prstGeom>
          <a:gradFill flip="none" rotWithShape="1">
            <a:gsLst>
              <a:gs pos="0">
                <a:srgbClr val="3D87AF">
                  <a:shade val="30000"/>
                  <a:satMod val="115000"/>
                </a:srgbClr>
              </a:gs>
              <a:gs pos="50000">
                <a:srgbClr val="3D87AF">
                  <a:shade val="67500"/>
                  <a:satMod val="115000"/>
                </a:srgbClr>
              </a:gs>
              <a:gs pos="100000">
                <a:srgbClr val="3D87A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3D87AF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100" dirty="0" smtClean="0">
                <a:solidFill>
                  <a:srgbClr val="FFFFFF"/>
                </a:solidFill>
                <a:latin typeface="Roboto" pitchFamily="2" charset="0"/>
                <a:ea typeface="Roboto" pitchFamily="2" charset="0"/>
              </a:rPr>
              <a:t>Search window</a:t>
            </a:r>
            <a:endParaRPr lang="en-US" altLang="en-US" sz="1100" dirty="0">
              <a:solidFill>
                <a:srgbClr val="FFFFFF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2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Experian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Bristow, Theresa</dc:creator>
  <cp:lastModifiedBy>Bristow, Theresa</cp:lastModifiedBy>
  <cp:revision>5</cp:revision>
  <dcterms:created xsi:type="dcterms:W3CDTF">2016-10-06T15:13:38Z</dcterms:created>
  <dcterms:modified xsi:type="dcterms:W3CDTF">2016-10-11T12:04:33Z</dcterms:modified>
</cp:coreProperties>
</file>